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1" r:id="rId5"/>
    <p:sldId id="282" r:id="rId6"/>
    <p:sldId id="283" r:id="rId7"/>
    <p:sldId id="281" r:id="rId8"/>
    <p:sldId id="266" r:id="rId9"/>
    <p:sldId id="267" r:id="rId10"/>
    <p:sldId id="258" r:id="rId11"/>
    <p:sldId id="259" r:id="rId12"/>
    <p:sldId id="260" r:id="rId13"/>
    <p:sldId id="279" r:id="rId14"/>
    <p:sldId id="280" r:id="rId15"/>
    <p:sldId id="269" r:id="rId16"/>
    <p:sldId id="270" r:id="rId17"/>
    <p:sldId id="278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5557AED-8B87-41DB-965A-2CD599B55B08}">
          <p14:sldIdLst>
            <p14:sldId id="256"/>
            <p14:sldId id="257"/>
            <p14:sldId id="261"/>
            <p14:sldId id="282"/>
            <p14:sldId id="283"/>
            <p14:sldId id="281"/>
            <p14:sldId id="266"/>
            <p14:sldId id="267"/>
            <p14:sldId id="258"/>
            <p14:sldId id="259"/>
            <p14:sldId id="260"/>
            <p14:sldId id="279"/>
            <p14:sldId id="280"/>
            <p14:sldId id="269"/>
            <p14:sldId id="270"/>
            <p14:sldId id="278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hyperlink" Target="https://www.isic-archive.com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8014" y="2025958"/>
            <a:ext cx="9661003" cy="2266334"/>
          </a:xfrm>
        </p:spPr>
        <p:txBody>
          <a:bodyPr>
            <a:noAutofit/>
          </a:bodyPr>
          <a:lstStyle/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Dermatology Assistant using AI and Image Processing</a:t>
            </a:r>
            <a:b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1804" y="4728732"/>
            <a:ext cx="4514126" cy="19867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R.Sushma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(192525279)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K.Sandhya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(192472207)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S.Vyshnavi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(192472041)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Logesh.S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(192525023)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Gunalan.V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(192325038)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57200" y="526998"/>
            <a:ext cx="11064240" cy="149844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" name="TextBox 5"/>
          <p:cNvSpPr txBox="1"/>
          <p:nvPr/>
        </p:nvSpPr>
        <p:spPr>
          <a:xfrm>
            <a:off x="8137001" y="4914774"/>
            <a:ext cx="354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by: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R.C.Jeni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Gracia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7123"/>
            <a:ext cx="10515600" cy="42498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diseases affect millions and require timely diagnosis.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AI-based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 improves accuracy and speed of detection.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disease type, severity, and risk level automatically.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personalized care and treatment recommendations instantly.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9" y="128690"/>
            <a:ext cx="1242911" cy="84296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344" y="20909"/>
            <a:ext cx="1242911" cy="842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41537"/>
            <a:ext cx="61722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system for automatic skin disease detection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skin images using image processing techniques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classify common skin diseases using CNN models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basic care, treatment, and preventive recommendations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early diagnosis and support remote healthcare services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423354" y="2001838"/>
            <a:ext cx="3930445" cy="39304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03" y="143373"/>
            <a:ext cx="1278194" cy="8822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119" y="161412"/>
            <a:ext cx="1278194" cy="764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GB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altLang="en-GB" sz="3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2714605" cy="4351655"/>
          </a:xfrm>
        </p:spPr>
        <p:txBody>
          <a:bodyPr>
            <a:normAutofit lnSpcReduction="10000"/>
          </a:bodyPr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detection is done manually by dermatologists.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Diagnosis depends on doctor’s experience and visual inspection.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No automation or AI support to identify diseases.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Severity level is not measured accurately in many cases.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 is time-consuming and may delay treatment.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Chances of human error increase when checking large numbers of patients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03" y="143373"/>
            <a:ext cx="1278194" cy="8822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325" y="161290"/>
            <a:ext cx="1278255" cy="8642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03" y="270373"/>
            <a:ext cx="1278194" cy="8822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4125" y="0"/>
            <a:ext cx="5158105" cy="1325880"/>
          </a:xfrm>
        </p:spPr>
        <p:txBody>
          <a:bodyPr/>
          <a:p>
            <a:r>
              <a:rPr lang="en-IN" altLang="en-GB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altLang="en-GB" sz="3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615805" cy="4351655"/>
          </a:xfrm>
        </p:spPr>
        <p:txBody>
          <a:bodyPr>
            <a:normAutofit/>
          </a:bodyPr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Develop a smart AI-based application to detect skin diseases from images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Capture or upload skin images using a mobile phone or camera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Use image processing and CNN-based deep learning model to analyze the skin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classify the type of skin disease (e.g., acne, eczema, infection)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Provide basic care, treatment suggestions, and prevention tips to the user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03" y="143373"/>
            <a:ext cx="1278194" cy="8822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325" y="161290"/>
            <a:ext cx="1278255" cy="864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710" y="161290"/>
            <a:ext cx="6245225" cy="1325880"/>
          </a:xfrm>
        </p:spPr>
        <p:txBody>
          <a:bodyPr/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642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diagnosis is mainly performed through manual visual inspection.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accuracy depends on the dermatologist's experience and expertise.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examination is time-consuming and may delay treatment.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Early-stage skin diseases can be difficult to identify accurately.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lack automated AI-based disease detection.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of skin diseases is not assessed consistently.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9" y="128690"/>
            <a:ext cx="1242911" cy="8429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119" y="161412"/>
            <a:ext cx="1278194" cy="764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</a:t>
            </a:r>
            <a:r>
              <a:rPr lang="en-IN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1537469"/>
            <a:ext cx="10048240" cy="483875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418" y="88874"/>
            <a:ext cx="1160206" cy="9390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76" y="120725"/>
            <a:ext cx="1160206" cy="939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825626"/>
          <a:ext cx="10301748" cy="469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249"/>
                <a:gridCol w="2051680"/>
                <a:gridCol w="2735574"/>
                <a:gridCol w="2022783"/>
                <a:gridCol w="2463462"/>
              </a:tblGrid>
              <a:tr h="306390"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Year</a:t>
                      </a:r>
                      <a:endParaRPr lang="en-IN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Author</a:t>
                      </a:r>
                      <a:endParaRPr lang="en-IN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Technique Used</a:t>
                      </a:r>
                      <a:endParaRPr lang="en-IN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Dataset</a:t>
                      </a:r>
                      <a:endParaRPr lang="en-IN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Outcome</a:t>
                      </a:r>
                      <a:endParaRPr lang="en-IN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b"/>
                </a:tc>
              </a:tr>
              <a:tr h="8404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2020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Wu et al.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CNN-based skin disease classification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Clinical skin images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High accuracy in detecting common skin diseases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</a:tr>
              <a:tr h="75548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2021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Srinivasu et al.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MobileNet (Deep Learning)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Kaggle skin dataset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Lightweight model suitable for mobile apps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</a:tr>
              <a:tr h="8404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2022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Al-Masni et al.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CNN + Segmentation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ISIC dataset</a:t>
                      </a:r>
                      <a:endParaRPr lang="en-IN" dirty="0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Improved accuracy using lesion segmentation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</a:tr>
              <a:tr h="75548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2023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Ahammed et al.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ML + Image Processing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ISIC dataset</a:t>
                      </a:r>
                      <a:endParaRPr lang="en-IN">
                        <a:effectLst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Skin disease detection using hybrid approach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</a:tr>
              <a:tr h="96654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2024</a:t>
                      </a:r>
                      <a:endParaRPr lang="en-IN">
                        <a:effectLst/>
                      </a:endParaRP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Marri et al.</a:t>
                      </a:r>
                      <a:endParaRPr lang="en-IN">
                        <a:effectLst/>
                      </a:endParaRP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AI Mobile App (CNN)</a:t>
                      </a:r>
                      <a:endParaRPr lang="en-IN">
                        <a:effectLst/>
                      </a:endParaRP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Real-world user images</a:t>
                      </a:r>
                      <a:endParaRPr lang="en-IN">
                        <a:effectLst/>
                      </a:endParaRP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Effective for early detection and awareness</a:t>
                      </a:r>
                      <a:endParaRPr lang="en-US" dirty="0">
                        <a:effectLst/>
                      </a:endParaRPr>
                    </a:p>
                  </a:txBody>
                  <a:tcPr marB="182880" anchor="ctr"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0149" y="128625"/>
            <a:ext cx="1061884" cy="8778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94"/>
            <a:ext cx="1157748" cy="8778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8464" y="365125"/>
            <a:ext cx="8510877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   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GB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 Disease Detection using AI &amp; Image Processing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667" y="1825624"/>
            <a:ext cx="8510877" cy="503237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collected different types of skin disease images for training the model.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images were cleaned and resized using preprocessing techniques.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the MobileNetV2 deep learning model to detect skin diseases.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studies color, texture, and shape of the skin lesion.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the disease name and prediction result for further analysis.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13" y="243680"/>
            <a:ext cx="1122568" cy="10096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874" y="176211"/>
            <a:ext cx="987852" cy="10096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159" y="2049503"/>
            <a:ext cx="3032567" cy="39780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885" y="365125"/>
            <a:ext cx="9048750" cy="1325880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GB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Severity Analysis &amp; Risk Level Prediction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33086" y="2277722"/>
            <a:ext cx="8583592" cy="4580277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detailed lesion features such as area coverage, texture variation, and color intensity.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a severity score using a weighted feature evaluation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each case into Mild, Moderate, or Severe categories.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structured severity report for every input image.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risk-aware decision making by linking severity to the recommendation module.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32" y="18254"/>
            <a:ext cx="1275735" cy="10096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933" y="51528"/>
            <a:ext cx="1275735" cy="10096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010" y="2593749"/>
            <a:ext cx="2974990" cy="3274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025" y="500694"/>
            <a:ext cx="998895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Recommendation &amp; Preventive Guidance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25190" y="2488558"/>
            <a:ext cx="8935463" cy="487060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rule-based system to suggest care based on disease type.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Gave medically accurate home-care tips and safety precautions.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doctor consultation when needed.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dermatologist visits for moderate and severe cases.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simple, clear guidance for patients to follow easily.</a:t>
            </a:r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" y="305435"/>
            <a:ext cx="1305025" cy="9904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232" y="68418"/>
            <a:ext cx="1139768" cy="990447"/>
          </a:xfrm>
          <a:prstGeom prst="rect">
            <a:avLst/>
          </a:prstGeom>
        </p:spPr>
      </p:pic>
      <p:pic>
        <p:nvPicPr>
          <p:cNvPr id="1026" name="Picture 2" descr="dermatological diagnosis using SkinGPT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509" y="2639029"/>
            <a:ext cx="2790825" cy="324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245110"/>
            <a:ext cx="9690100" cy="132588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Explainable AI (Grad-CAM) Visualization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820" y="1691804"/>
            <a:ext cx="10515600" cy="4351338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Grad-CAM to visualize the regions of the skin image that influenced the AI model's prediction.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heatmaps highlighting the affected lesion areas.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transparency and reliability of the deep learning model.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users and doctors understand why a particular disease was predicted.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confidence in AI-assisted diagnosis.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245110"/>
            <a:ext cx="1022350" cy="990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2042" y="166208"/>
            <a:ext cx="1139768" cy="9904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2110" y="358140"/>
            <a:ext cx="9495155" cy="149479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8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Report Generation &amp; Patient History Management</a:t>
            </a:r>
            <a:br>
              <a:rPr lang="en-IN" sz="389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8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980" y="1852893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 comprehensive report containing disease name, confidence score, severity level, and care recommendations.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patient details and prediction history for future reference.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Allowed comparison of previous and current skin conditions.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Supported monitoring of disease progression over time.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easy sharing of reports with healthcare professionals.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232" y="68418"/>
            <a:ext cx="1139768" cy="9904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130810"/>
            <a:ext cx="1229995" cy="11099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96242"/>
            <a:ext cx="10515600" cy="388072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system enables early and accurate detection of skin diseases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and image processing to reduce manual diagnosis errors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care, treatment, and prevention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cost by reducing frequent hospital visits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remote healthcare and improves skin health awareness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7045" y="201295"/>
            <a:ext cx="1478915" cy="869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56" y="201218"/>
            <a:ext cx="1197077" cy="9898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734028" y="1443660"/>
            <a:ext cx="10515600" cy="53605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advanced deep learning and larger datasets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detection of a wider range of skin diseases, including rare conditions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mobile apps and cloud platforms for real-time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direct online consultation with dermatologists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multilingual support and personalized treatment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227965"/>
            <a:ext cx="1234868" cy="7790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365" y="228600"/>
            <a:ext cx="1235075" cy="9156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ISIC Archive (2020–2024).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Skin Imaging Collaboration Dataset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online: 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https://www.isic-archive.com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Wu, X., Xu, Y., &amp; Liu, J. (2020).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classification of inflammatory skin diseases using clinical images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Access.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Srinivasu, P. N., et al. (2021).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classification using MobileNet and deep learning techniques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Sensors.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IN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Masni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et al. (2022).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skin lesion segmentation and classification using deep CNN models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ISIC Dataset Studies.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Ahammed, S. S., et al. (2023).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 for multiclass skin disease detection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Healthcare Analytics Journal.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5" y="249555"/>
            <a:ext cx="1276350" cy="885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430" y="249554"/>
            <a:ext cx="12763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Thank You Images – Browse 2,253,181 Stock Photos, Vectors, and Video |  Adobe Stock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5878</Words>
  <Application>WPS Presentation</Application>
  <PresentationFormat>Widescreen</PresentationFormat>
  <Paragraphs>189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Smart Dermatology Assistant using AI and Image Processing ITA0506-Computer Vision</vt:lpstr>
      <vt:lpstr>INTRODUCTION</vt:lpstr>
      <vt:lpstr>OBJECTIVES</vt:lpstr>
      <vt:lpstr>PowerPoint 演示文稿</vt:lpstr>
      <vt:lpstr>PowerPoint 演示文稿</vt:lpstr>
      <vt:lpstr>Problem Statement</vt:lpstr>
      <vt:lpstr>ARCHITECTUR DIAGRAM</vt:lpstr>
      <vt:lpstr>LITERATURE SURVEY</vt:lpstr>
      <vt:lpstr>    Module 1: Skin Disease Detection using AI &amp; Image Processing</vt:lpstr>
      <vt:lpstr>Module 2: Severity Analysis &amp; Risk Level Prediction</vt:lpstr>
      <vt:lpstr> Module 3: Care Recommendation &amp; Preventive Guidance System</vt:lpstr>
      <vt:lpstr>Module 4: Explainable AI (Grad-CAM) Visualization</vt:lpstr>
      <vt:lpstr>Module 5: Report Generation &amp; Patient History Management </vt:lpstr>
      <vt:lpstr>CONCLUSION</vt:lpstr>
      <vt:lpstr>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Skin Disease Detection and Care Recommendation System DSA0209-Computer Vision with OpenCV for Image Processing</dc:title>
  <dc:creator>SUSHMA</dc:creator>
  <cp:lastModifiedBy>Shanigarapu vyshnavi Shanigara</cp:lastModifiedBy>
  <cp:revision>11</cp:revision>
  <dcterms:created xsi:type="dcterms:W3CDTF">2025-12-01T12:11:00Z</dcterms:created>
  <dcterms:modified xsi:type="dcterms:W3CDTF">2026-08-18T07:13:12Z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F6F7DDDC109A441C88B53D5549CD27EE_13</vt:lpwstr>
  </property>
  <property fmtid="{D5CDD505-2E9C-101B-9397-08002B2CF9AE}" pid="3" name="KSOProductBuildVer">
    <vt:lpwstr>2057-12.2.0.23206</vt:lpwstr>
  </property>
</Properties>
</file>